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0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781050" y="6375400"/>
            <a:ext cx="3975100" cy="127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14351" y="2435225"/>
            <a:ext cx="8483600" cy="1419225"/>
          </a:xfrm>
        </p:spPr>
        <p:txBody>
          <a:bodyPr lIns="90000" tIns="46800" rIns="90000" bIns="46800" anchor="b" anchorCtr="0">
            <a:noAutofit/>
          </a:bodyPr>
          <a:lstStyle>
            <a:lvl1pPr algn="l">
              <a:defRPr sz="8000" spc="6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14350" y="5707353"/>
            <a:ext cx="3975100" cy="582640"/>
          </a:xfrm>
        </p:spPr>
        <p:txBody>
          <a:bodyPr lIns="90000" tIns="4680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accent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251201" y="3030290"/>
            <a:ext cx="5689600" cy="863958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2816225" y="3906520"/>
            <a:ext cx="6559550" cy="93472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latin typeface="Arial" panose="020B0604020202020204" pitchFamily="34" charset="0"/>
                <a:ea typeface="微软雅黑" charset="-122"/>
              </a:defRPr>
            </a:lvl1pPr>
            <a:lvl2pPr>
              <a:defRPr sz="1600" baseline="0">
                <a:latin typeface="Arial" panose="020B0604020202020204" pitchFamily="34" charset="0"/>
                <a:ea typeface="微软雅黑" charset="-122"/>
              </a:defRPr>
            </a:lvl2pPr>
            <a:lvl3pPr>
              <a:defRPr sz="1600" baseline="0">
                <a:latin typeface="Arial" panose="020B0604020202020204" pitchFamily="34" charset="0"/>
                <a:ea typeface="微软雅黑" charset="-122"/>
              </a:defRPr>
            </a:lvl3pPr>
            <a:lvl4pPr>
              <a:defRPr sz="1600" baseline="0">
                <a:latin typeface="Arial" panose="020B0604020202020204" pitchFamily="34" charset="0"/>
                <a:ea typeface="微软雅黑" charset="-122"/>
              </a:defRPr>
            </a:lvl4pPr>
            <a:lvl5pPr>
              <a:defRPr sz="1600" baseline="0"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charset="-122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1pPr>
            <a:lvl2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2pPr>
            <a:lvl3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3pPr>
            <a:lvl4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4pPr>
            <a:lvl5pPr indent="0" eaLnBrk="1" fontAlgn="auto" latinLnBrk="0" hangingPunct="1">
              <a:defRPr baseline="0"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716280" y="4438650"/>
            <a:ext cx="7589520" cy="1652298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15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08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3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9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qrcode_for_gh_d44e3d819b1c_12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0" y="100330"/>
            <a:ext cx="6442075" cy="64420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77025" y="2187575"/>
            <a:ext cx="503428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600"/>
              <a:t>回复</a:t>
            </a:r>
            <a:r>
              <a:rPr lang="en-US" altLang="zh-CN" sz="3600"/>
              <a:t> </a:t>
            </a:r>
            <a:endParaRPr lang="en-US" altLang="zh-CN" sz="3600"/>
          </a:p>
          <a:p>
            <a:r>
              <a:rPr lang="en-US" altLang="zh-CN" sz="3600">
                <a:solidFill>
                  <a:srgbClr val="FF0000"/>
                </a:solidFill>
              </a:rPr>
              <a:t>K8S</a:t>
            </a:r>
            <a:endParaRPr lang="en-US" altLang="zh-CN" sz="3600"/>
          </a:p>
          <a:p>
            <a:r>
              <a:rPr lang="zh-CN" altLang="en-US" sz="3600"/>
              <a:t>免费获取</a:t>
            </a:r>
            <a:r>
              <a:rPr lang="en-US" altLang="zh-CN" sz="3600"/>
              <a:t>markdown</a:t>
            </a:r>
            <a:r>
              <a:rPr lang="zh-CN" altLang="en-US" sz="3600"/>
              <a:t>文档</a:t>
            </a:r>
            <a:endParaRPr lang="zh-CN" altLang="en-US" sz="36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182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182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18281"/>
  <p:tag name="KSO_WM_TEMPLATE_THUMBS_INDEX" val="1、2、3、4、5、6、7、8、9、10、11、12、13、14、15、16、17、18、19、20"/>
</p:tagLst>
</file>

<file path=ppt/tags/tag109.xml><?xml version="1.0" encoding="utf-8"?>
<p:tagLst xmlns:p="http://schemas.openxmlformats.org/presentationml/2006/main">
  <p:tag name="KSO_WM_TEMPLATE_CATEGORY" val="custom"/>
  <p:tag name="KSO_WM_TEMPLATE_INDEX" val="20218281"/>
</p:tagLst>
</file>

<file path=ppt/theme/theme1.xml><?xml version="1.0" encoding="utf-8"?>
<a:theme xmlns:a="http://schemas.openxmlformats.org/drawingml/2006/main" name="1_Office 主题​​">
  <a:themeElements>
    <a:clrScheme name="极简3">
      <a:dk1>
        <a:sysClr val="windowText" lastClr="000000"/>
      </a:dk1>
      <a:lt1>
        <a:sysClr val="window" lastClr="FFFFFF"/>
      </a:lt1>
      <a:dk2>
        <a:srgbClr val="F5F7F8"/>
      </a:dk2>
      <a:lt2>
        <a:srgbClr val="FFFFFF"/>
      </a:lt2>
      <a:accent1>
        <a:srgbClr val="002060"/>
      </a:accent1>
      <a:accent2>
        <a:srgbClr val="1B3366"/>
      </a:accent2>
      <a:accent3>
        <a:srgbClr val="36466D"/>
      </a:accent3>
      <a:accent4>
        <a:srgbClr val="45546A"/>
      </a:accent4>
      <a:accent5>
        <a:srgbClr val="485B5D"/>
      </a:accent5>
      <a:accent6>
        <a:srgbClr val="4B6250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WPS 演示</Application>
  <PresentationFormat>宽屏</PresentationFormat>
  <Paragraphs>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xueqimiao</cp:lastModifiedBy>
  <cp:revision>9</cp:revision>
  <dcterms:created xsi:type="dcterms:W3CDTF">2022-06-20T09:26:46Z</dcterms:created>
  <dcterms:modified xsi:type="dcterms:W3CDTF">2022-06-20T09:26:46Z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2052-3.9.4.6407</vt:lpwstr>
  </property>
</Properties>
</file>